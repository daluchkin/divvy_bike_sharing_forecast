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5"/>
    <p:restoredTop sz="94718"/>
  </p:normalViewPr>
  <p:slideViewPr>
    <p:cSldViewPr snapToGrid="0">
      <p:cViewPr varScale="1">
        <p:scale>
          <a:sx n="103" d="100"/>
          <a:sy n="103" d="100"/>
        </p:scale>
        <p:origin x="8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0393C-EE02-9F45-9A2B-7F4AFF6DAEEC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33695-C947-CC42-AEB3-4B549FCEBA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5515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BD0F-7147-8E10-67BE-277BDAB68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A83EF-D480-3E25-3FF1-94B37A85A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73C15-7F57-ADFE-13C1-F6D9E94F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EDF9F-EE9D-0889-9542-8C1AF8F0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D97D-6304-A8B9-193F-93DFC39D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282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EE2B-EE0B-E53C-C8C3-E6FBB655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2D3A-F1A8-5BBC-0573-75B5CBE8B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3091A-D037-CA51-24FC-043E3933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0F828-999F-C0AB-95EC-B053DD29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D3439-4730-DE70-8619-1926925B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883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C058-CB64-A140-D14A-4BED8778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73EB3-8B13-C4F5-0DE3-FC3A40FE8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5B8B-BD65-BD96-D7D8-64DDC694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3BBC-540A-9A80-7249-E2DF6034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C319-6355-7A2C-E327-7AE2B777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803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0713-48D4-FEFB-6CD4-0FF591778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7C802-12F3-66A2-44FA-D5B87EE4D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9F933-C2E5-EE7A-8471-A92776ECD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C96A0-7AB9-E242-7FEE-D7863F0C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72E3-277D-8281-F64D-26061A04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B3055-002C-9445-067A-5EA5E253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401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FECC-E5E6-CA0A-392F-87A221FB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2684B-9A2A-1841-5F56-00E17C427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37BC5-AE79-6295-B5FE-64163E3B4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4F07D-2EBD-98B9-C7CE-ABCA8536E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663DD-DEEE-5050-F3A8-4092078E1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22F9A0-77A2-5CCB-B546-35B2749E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E1284-F004-BCD9-4AC3-23E55F0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AC54A-A099-C7D6-6D24-2C62BC69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560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6FE2-CAC9-373A-EA5C-DFD4148B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E80B3-866F-DD65-5521-AB3B957FD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0D977-C59D-423C-D484-7223905A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C819F-34D6-86B1-A3DD-6C368DC2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703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15B04-1854-60CA-A8BE-5B6077B2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8ECD1-0D2A-EEC6-7115-285410E9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7BFCF-6209-EAE8-A5EA-DB6C7A4F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547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0E9C-113E-441A-8F8D-8B24F0DC6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B5ED-F82A-DAB0-8E64-68550528B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953FB-BBDA-F442-0209-9DB58D438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41AF0-78ED-3E39-CE87-F223A339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9732F-B9D0-490E-B909-DA7A5092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0ACDD-89B5-7E56-6506-7008A577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102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1E46-3150-618E-A0DD-C739C097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4E951-524F-0A62-7367-200DE7A16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BF8D6-86AF-B93D-9AE8-B8DCD3AA1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04460-1207-E7D8-E888-99964512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1DD4B-F53B-2C34-0651-35C3C58E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461C4-83BA-0CEA-8A31-49260257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7140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2448-304D-9485-BBED-A4A23B3E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6B00F-1B92-E69A-A063-E7E9C4B12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D02C8-7D2A-5913-E020-293540CD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AB3B2-EC9B-A79C-27B3-003BC72C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4AE9-C136-4CE0-3AE4-5811A182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439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6D9C5-011E-055C-7298-589251566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26A6E-0186-DE9A-F175-948C4AC36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C411E-765C-813A-C619-E0ABBE7C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E2028-4092-F300-43F9-CC8E6ADE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98989-B9B4-FE60-83F7-20CB6F43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781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BA318-4183-D166-7F50-C92EE832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A66F8-F446-C32F-1E11-D77DF85F5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7DA7D-8E03-11EF-69A2-576E92828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A08FF-52C1-AC4B-874F-8C509BB53652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492EB-887A-B97D-EC57-BEC122B0C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0584F-D241-AB53-4BEF-7FC861579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83738-43DC-3342-8C42-F995CE13A6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8633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own Arrow 72">
            <a:extLst>
              <a:ext uri="{FF2B5EF4-FFF2-40B4-BE49-F238E27FC236}">
                <a16:creationId xmlns:a16="http://schemas.microsoft.com/office/drawing/2014/main" id="{7A5737F1-1788-2121-6D4A-FA66CA220AA0}"/>
              </a:ext>
            </a:extLst>
          </p:cNvPr>
          <p:cNvSpPr/>
          <p:nvPr/>
        </p:nvSpPr>
        <p:spPr>
          <a:xfrm rot="10800000">
            <a:off x="200998" y="1227795"/>
            <a:ext cx="761695" cy="2303707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293FE3-9DA4-E8E3-3D09-E4E1256546FC}"/>
              </a:ext>
            </a:extLst>
          </p:cNvPr>
          <p:cNvSpPr/>
          <p:nvPr/>
        </p:nvSpPr>
        <p:spPr>
          <a:xfrm>
            <a:off x="1265526" y="2724665"/>
            <a:ext cx="2298673" cy="1408670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Casual/Regular Forecast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4A5AF0-9627-41CF-599E-57E893FD814C}"/>
              </a:ext>
            </a:extLst>
          </p:cNvPr>
          <p:cNvSpPr/>
          <p:nvPr/>
        </p:nvSpPr>
        <p:spPr>
          <a:xfrm>
            <a:off x="3921027" y="2724665"/>
            <a:ext cx="2298673" cy="1408670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Casual/Electric Forecast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176FE6-DE7E-7E6F-DA6E-D328AEE73267}"/>
              </a:ext>
            </a:extLst>
          </p:cNvPr>
          <p:cNvSpPr/>
          <p:nvPr/>
        </p:nvSpPr>
        <p:spPr>
          <a:xfrm>
            <a:off x="6576528" y="2724665"/>
            <a:ext cx="2298673" cy="1408670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Member/Regular Forecast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6140E5-7B0C-8263-1981-06650127068D}"/>
              </a:ext>
            </a:extLst>
          </p:cNvPr>
          <p:cNvSpPr/>
          <p:nvPr/>
        </p:nvSpPr>
        <p:spPr>
          <a:xfrm>
            <a:off x="9232029" y="2724665"/>
            <a:ext cx="2298673" cy="1408670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Member/Electric Forecast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AE536-F744-0F56-0BAA-92E00C4DBACA}"/>
              </a:ext>
            </a:extLst>
          </p:cNvPr>
          <p:cNvSpPr txBox="1"/>
          <p:nvPr/>
        </p:nvSpPr>
        <p:spPr>
          <a:xfrm rot="16200000">
            <a:off x="28243" y="3105834"/>
            <a:ext cx="1134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Low-level</a:t>
            </a:r>
          </a:p>
          <a:p>
            <a:r>
              <a:rPr lang="en-NL" dirty="0"/>
              <a:t>forecasts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230E69-0C73-D45F-1ECF-B0BA10FB244D}"/>
              </a:ext>
            </a:extLst>
          </p:cNvPr>
          <p:cNvSpPr/>
          <p:nvPr/>
        </p:nvSpPr>
        <p:spPr>
          <a:xfrm>
            <a:off x="1265526" y="5097751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Casual Total Forecast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A2985-8C7C-0F4B-B235-69AA04413ECD}"/>
              </a:ext>
            </a:extLst>
          </p:cNvPr>
          <p:cNvSpPr/>
          <p:nvPr/>
        </p:nvSpPr>
        <p:spPr>
          <a:xfrm>
            <a:off x="9232028" y="5054500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Member Total Forecast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3D8F6-3276-CDDD-E0C3-FF003436BD61}"/>
              </a:ext>
            </a:extLst>
          </p:cNvPr>
          <p:cNvSpPr/>
          <p:nvPr/>
        </p:nvSpPr>
        <p:spPr>
          <a:xfrm>
            <a:off x="3866313" y="5097750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Regular Total Forecast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E05C7-5BDC-C223-2539-58582CDD7E67}"/>
              </a:ext>
            </a:extLst>
          </p:cNvPr>
          <p:cNvSpPr/>
          <p:nvPr/>
        </p:nvSpPr>
        <p:spPr>
          <a:xfrm>
            <a:off x="6576528" y="5097751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Electric T</a:t>
            </a:r>
            <a:r>
              <a:rPr lang="en-GB" dirty="0"/>
              <a:t>o</a:t>
            </a:r>
            <a:r>
              <a:rPr lang="en-NL" dirty="0"/>
              <a:t>tal Forecast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AFD6B-DC82-A664-0F94-F191991B5138}"/>
              </a:ext>
            </a:extLst>
          </p:cNvPr>
          <p:cNvSpPr txBox="1"/>
          <p:nvPr/>
        </p:nvSpPr>
        <p:spPr>
          <a:xfrm rot="16200000">
            <a:off x="93869" y="5134584"/>
            <a:ext cx="1003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Cross</a:t>
            </a:r>
          </a:p>
          <a:p>
            <a:pPr algn="ctr"/>
            <a:r>
              <a:rPr lang="en-GB" dirty="0"/>
              <a:t>forecast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210BA9-8678-EA20-D75F-B92098158102}"/>
              </a:ext>
            </a:extLst>
          </p:cNvPr>
          <p:cNvSpPr/>
          <p:nvPr/>
        </p:nvSpPr>
        <p:spPr>
          <a:xfrm>
            <a:off x="5214363" y="1128190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Total Forecast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EE2613-B1E0-2A81-110C-B0163A54BAEA}"/>
              </a:ext>
            </a:extLst>
          </p:cNvPr>
          <p:cNvCxnSpPr>
            <a:cxnSpLocks/>
            <a:stCxn id="6" idx="0"/>
            <a:endCxn id="14" idx="2"/>
          </p:cNvCxnSpPr>
          <p:nvPr/>
        </p:nvCxnSpPr>
        <p:spPr>
          <a:xfrm rot="16200000" flipV="1">
            <a:off x="6606546" y="1605345"/>
            <a:ext cx="876475" cy="13621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5ECCF7-59B7-6E45-288F-C06E90353C55}"/>
              </a:ext>
            </a:extLst>
          </p:cNvPr>
          <p:cNvCxnSpPr>
            <a:cxnSpLocks/>
            <a:stCxn id="7" idx="0"/>
            <a:endCxn id="14" idx="2"/>
          </p:cNvCxnSpPr>
          <p:nvPr/>
        </p:nvCxnSpPr>
        <p:spPr>
          <a:xfrm rot="16200000" flipV="1">
            <a:off x="7934296" y="277595"/>
            <a:ext cx="876475" cy="4017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99C4ED-230A-C946-AEAB-295955C66974}"/>
              </a:ext>
            </a:extLst>
          </p:cNvPr>
          <p:cNvCxnSpPr>
            <a:cxnSpLocks/>
            <a:stCxn id="5" idx="0"/>
            <a:endCxn id="14" idx="2"/>
          </p:cNvCxnSpPr>
          <p:nvPr/>
        </p:nvCxnSpPr>
        <p:spPr>
          <a:xfrm rot="5400000" flipH="1" flipV="1">
            <a:off x="5278795" y="1639760"/>
            <a:ext cx="876475" cy="12933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724B2A-8257-C293-A7A2-D0BC5EC3EB68}"/>
              </a:ext>
            </a:extLst>
          </p:cNvPr>
          <p:cNvCxnSpPr>
            <a:cxnSpLocks/>
            <a:stCxn id="4" idx="0"/>
            <a:endCxn id="14" idx="2"/>
          </p:cNvCxnSpPr>
          <p:nvPr/>
        </p:nvCxnSpPr>
        <p:spPr>
          <a:xfrm rot="5400000" flipH="1" flipV="1">
            <a:off x="3951044" y="312010"/>
            <a:ext cx="876475" cy="39488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E481F0-482D-6763-90F8-5421FEEAD476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2414863" y="4133335"/>
            <a:ext cx="0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79F1761-922B-5497-606E-9B59F23F82F2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2414863" y="4133335"/>
            <a:ext cx="2655501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27F3231-0409-D1EE-E881-079597E1046A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7725865" y="4133335"/>
            <a:ext cx="2655500" cy="9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65BFFD-E6B9-33C2-F2E8-B4BC92514BE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10381365" y="4133335"/>
            <a:ext cx="1" cy="9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93D829-0946-228D-4669-180F6BBF99E6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5070364" y="4133335"/>
            <a:ext cx="2655501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7A8F167-27EA-376C-0C3C-3D8DE16909A2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flipH="1">
            <a:off x="7725865" y="4133335"/>
            <a:ext cx="2655501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B9D237-884D-5224-0001-BA6A136F9C0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5015650" y="4133335"/>
            <a:ext cx="2710215" cy="964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A5934A-F797-C435-19FB-D7BB94643F76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2414863" y="4133335"/>
            <a:ext cx="2600787" cy="964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FC7A8B7-53C7-456E-9EF9-927881F23708}"/>
              </a:ext>
            </a:extLst>
          </p:cNvPr>
          <p:cNvSpPr txBox="1"/>
          <p:nvPr/>
        </p:nvSpPr>
        <p:spPr>
          <a:xfrm rot="16200000">
            <a:off x="-18348" y="1083973"/>
            <a:ext cx="1134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Top-level</a:t>
            </a:r>
          </a:p>
          <a:p>
            <a:r>
              <a:rPr lang="en-NL" dirty="0"/>
              <a:t>forecasts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C6CF574-1AD2-7A7E-79D8-BA2590700B2B}"/>
              </a:ext>
            </a:extLst>
          </p:cNvPr>
          <p:cNvCxnSpPr/>
          <p:nvPr/>
        </p:nvCxnSpPr>
        <p:spPr>
          <a:xfrm>
            <a:off x="272218" y="2164125"/>
            <a:ext cx="1165205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F350B56-6571-AB52-21FC-BDC6BE001685}"/>
              </a:ext>
            </a:extLst>
          </p:cNvPr>
          <p:cNvCxnSpPr/>
          <p:nvPr/>
        </p:nvCxnSpPr>
        <p:spPr>
          <a:xfrm>
            <a:off x="269974" y="4615542"/>
            <a:ext cx="1165205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CB9859D-9706-BDD2-09F3-74A1937E5C34}"/>
              </a:ext>
            </a:extLst>
          </p:cNvPr>
          <p:cNvSpPr txBox="1"/>
          <p:nvPr/>
        </p:nvSpPr>
        <p:spPr>
          <a:xfrm>
            <a:off x="4724557" y="364745"/>
            <a:ext cx="327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2400" dirty="0"/>
              <a:t>Bottom-Up Approach</a:t>
            </a:r>
          </a:p>
        </p:txBody>
      </p:sp>
    </p:spTree>
    <p:extLst>
      <p:ext uri="{BB962C8B-B14F-4D97-AF65-F5344CB8AC3E}">
        <p14:creationId xmlns:p14="http://schemas.microsoft.com/office/powerpoint/2010/main" val="24426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FF23-EBD0-2247-F835-D62E0C6D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n Arrow 30">
            <a:extLst>
              <a:ext uri="{FF2B5EF4-FFF2-40B4-BE49-F238E27FC236}">
                <a16:creationId xmlns:a16="http://schemas.microsoft.com/office/drawing/2014/main" id="{44AA0CF3-823D-37C2-3E8B-996F1818A16D}"/>
              </a:ext>
            </a:extLst>
          </p:cNvPr>
          <p:cNvSpPr/>
          <p:nvPr/>
        </p:nvSpPr>
        <p:spPr>
          <a:xfrm>
            <a:off x="200998" y="1227795"/>
            <a:ext cx="761695" cy="2303707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A05AC-2860-28CB-AE94-DBA0411A73B3}"/>
              </a:ext>
            </a:extLst>
          </p:cNvPr>
          <p:cNvSpPr/>
          <p:nvPr/>
        </p:nvSpPr>
        <p:spPr>
          <a:xfrm>
            <a:off x="1265526" y="2724665"/>
            <a:ext cx="2298673" cy="14086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Casual/Regular Forecast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98FD00-95FE-3DB6-2621-16197525495D}"/>
              </a:ext>
            </a:extLst>
          </p:cNvPr>
          <p:cNvSpPr/>
          <p:nvPr/>
        </p:nvSpPr>
        <p:spPr>
          <a:xfrm>
            <a:off x="3921027" y="2724665"/>
            <a:ext cx="2298673" cy="14086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Casual/Electric Forecast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6892BE-5169-6A7A-8FB5-9A71B5C0868D}"/>
              </a:ext>
            </a:extLst>
          </p:cNvPr>
          <p:cNvSpPr/>
          <p:nvPr/>
        </p:nvSpPr>
        <p:spPr>
          <a:xfrm>
            <a:off x="6576528" y="2724665"/>
            <a:ext cx="2298673" cy="14086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Member/Regular Forecast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2EA0BE-B3A8-0691-44AB-971F1376E1B1}"/>
              </a:ext>
            </a:extLst>
          </p:cNvPr>
          <p:cNvSpPr/>
          <p:nvPr/>
        </p:nvSpPr>
        <p:spPr>
          <a:xfrm>
            <a:off x="9232029" y="2724665"/>
            <a:ext cx="2298673" cy="14086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Member/Electric Forecast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2B305-3E9E-F507-CA15-9F98E2701799}"/>
              </a:ext>
            </a:extLst>
          </p:cNvPr>
          <p:cNvSpPr txBox="1"/>
          <p:nvPr/>
        </p:nvSpPr>
        <p:spPr>
          <a:xfrm rot="16200000">
            <a:off x="28243" y="3105834"/>
            <a:ext cx="1134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Low-level</a:t>
            </a:r>
          </a:p>
          <a:p>
            <a:r>
              <a:rPr lang="en-NL" dirty="0"/>
              <a:t>forecasts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69BFFB-1685-0C65-7AB8-4FDA7E125787}"/>
              </a:ext>
            </a:extLst>
          </p:cNvPr>
          <p:cNvSpPr/>
          <p:nvPr/>
        </p:nvSpPr>
        <p:spPr>
          <a:xfrm>
            <a:off x="1265526" y="5097751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Casual Total Forecast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D2E1B2-2938-8DE4-50D3-374F699AB53F}"/>
              </a:ext>
            </a:extLst>
          </p:cNvPr>
          <p:cNvSpPr/>
          <p:nvPr/>
        </p:nvSpPr>
        <p:spPr>
          <a:xfrm>
            <a:off x="9232028" y="5054500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Member Total Forecast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A6B449-CF3A-E90C-669F-22E59DE82A2B}"/>
              </a:ext>
            </a:extLst>
          </p:cNvPr>
          <p:cNvSpPr/>
          <p:nvPr/>
        </p:nvSpPr>
        <p:spPr>
          <a:xfrm>
            <a:off x="3866313" y="5097750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Regular Total Forecast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4CBA0B-24C3-51E0-E800-C8AB0A2E8935}"/>
              </a:ext>
            </a:extLst>
          </p:cNvPr>
          <p:cNvSpPr/>
          <p:nvPr/>
        </p:nvSpPr>
        <p:spPr>
          <a:xfrm>
            <a:off x="6576528" y="5097751"/>
            <a:ext cx="2298673" cy="72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Electric T</a:t>
            </a:r>
            <a:r>
              <a:rPr lang="en-GB" dirty="0"/>
              <a:t>o</a:t>
            </a:r>
            <a:r>
              <a:rPr lang="en-NL" dirty="0"/>
              <a:t>tal Forecast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38758-3BBA-DA11-4B75-A555B57E1CE6}"/>
              </a:ext>
            </a:extLst>
          </p:cNvPr>
          <p:cNvSpPr txBox="1"/>
          <p:nvPr/>
        </p:nvSpPr>
        <p:spPr>
          <a:xfrm rot="16200000">
            <a:off x="93869" y="5140718"/>
            <a:ext cx="1003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Cross</a:t>
            </a:r>
          </a:p>
          <a:p>
            <a:pPr algn="ctr"/>
            <a:r>
              <a:rPr lang="en-GB" dirty="0"/>
              <a:t>forecast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333DE-06B9-9583-E621-1E0DB3AA5DC5}"/>
              </a:ext>
            </a:extLst>
          </p:cNvPr>
          <p:cNvSpPr/>
          <p:nvPr/>
        </p:nvSpPr>
        <p:spPr>
          <a:xfrm>
            <a:off x="5214363" y="1203347"/>
            <a:ext cx="2298673" cy="720000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Total Forecast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513CC9-D608-3B93-193A-25070084F4D6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>
          <a:xfrm rot="16200000" flipH="1">
            <a:off x="6644123" y="1642923"/>
            <a:ext cx="801318" cy="13621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380227-3418-1C6A-107E-BF816B44D16D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 rot="16200000" flipH="1">
            <a:off x="7971874" y="315173"/>
            <a:ext cx="801318" cy="4017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E50D51-ABBE-4577-6818-69D545FB175A}"/>
              </a:ext>
            </a:extLst>
          </p:cNvPr>
          <p:cNvCxnSpPr>
            <a:cxnSpLocks/>
            <a:stCxn id="14" idx="2"/>
            <a:endCxn id="5" idx="0"/>
          </p:cNvCxnSpPr>
          <p:nvPr/>
        </p:nvCxnSpPr>
        <p:spPr>
          <a:xfrm rot="5400000">
            <a:off x="5316373" y="1677338"/>
            <a:ext cx="801318" cy="12933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F1C193-A3A2-5D40-1A50-8FDE30DD548D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>
          <a:xfrm rot="5400000">
            <a:off x="3988623" y="349588"/>
            <a:ext cx="801318" cy="39488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75BA55-DF87-18BD-F96D-1C51634FB9B7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2414863" y="4133335"/>
            <a:ext cx="0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35A6B3-A613-8321-25E2-21809672AB5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2414863" y="4133335"/>
            <a:ext cx="2655501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A1F0EB4-E21B-0D0C-F4B7-3A311647BA00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7725865" y="4133335"/>
            <a:ext cx="2655500" cy="9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3AC471-5EAE-0262-4C4B-00A1CD801058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10381365" y="4133335"/>
            <a:ext cx="1" cy="9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8E3E8D-4910-37B1-BDB8-C4D1C83E34BF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5070364" y="4133335"/>
            <a:ext cx="2655501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0F11F56-E67E-110F-0F61-880CB50A4321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flipH="1">
            <a:off x="7725865" y="4133335"/>
            <a:ext cx="2655501" cy="964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D7CD799-7264-AB7B-FDF3-D2B6D2BCF47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5015650" y="4133335"/>
            <a:ext cx="2710215" cy="964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49BFE9B-FE1C-92E2-DCBE-637220BD2A2D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2414863" y="4133335"/>
            <a:ext cx="2600787" cy="964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FADB510-E37C-7E09-0D2F-51D085C69D87}"/>
              </a:ext>
            </a:extLst>
          </p:cNvPr>
          <p:cNvSpPr txBox="1"/>
          <p:nvPr/>
        </p:nvSpPr>
        <p:spPr>
          <a:xfrm rot="16200000">
            <a:off x="28242" y="1158632"/>
            <a:ext cx="1134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Top-level</a:t>
            </a:r>
          </a:p>
          <a:p>
            <a:r>
              <a:rPr lang="en-NL" dirty="0"/>
              <a:t>forecasts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26F1A7D-91C3-0B58-1FE4-A62127350BFA}"/>
              </a:ext>
            </a:extLst>
          </p:cNvPr>
          <p:cNvCxnSpPr/>
          <p:nvPr/>
        </p:nvCxnSpPr>
        <p:spPr>
          <a:xfrm>
            <a:off x="272218" y="2201703"/>
            <a:ext cx="1165205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08EA4DF-7229-5742-5265-C27C5DC25F82}"/>
              </a:ext>
            </a:extLst>
          </p:cNvPr>
          <p:cNvCxnSpPr/>
          <p:nvPr/>
        </p:nvCxnSpPr>
        <p:spPr>
          <a:xfrm>
            <a:off x="269974" y="4615542"/>
            <a:ext cx="1165205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2AD7C3-7B6E-FED5-96E5-E6E228642D0E}"/>
              </a:ext>
            </a:extLst>
          </p:cNvPr>
          <p:cNvSpPr txBox="1"/>
          <p:nvPr/>
        </p:nvSpPr>
        <p:spPr>
          <a:xfrm>
            <a:off x="4724557" y="364745"/>
            <a:ext cx="327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2400" dirty="0"/>
              <a:t>Top-Down Approach</a:t>
            </a:r>
          </a:p>
        </p:txBody>
      </p:sp>
    </p:spTree>
    <p:extLst>
      <p:ext uri="{BB962C8B-B14F-4D97-AF65-F5344CB8AC3E}">
        <p14:creationId xmlns:p14="http://schemas.microsoft.com/office/powerpoint/2010/main" val="315207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36811</TotalTime>
  <Words>80</Words>
  <Application>Microsoft Macintosh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Dmitry Luchkin</dc:creator>
  <cp:lastModifiedBy>Dmitry Luchkin</cp:lastModifiedBy>
  <cp:revision>8</cp:revision>
  <dcterms:created xsi:type="dcterms:W3CDTF">2025-03-30T19:39:59Z</dcterms:created>
  <dcterms:modified xsi:type="dcterms:W3CDTF">2025-05-08T13:52:43Z</dcterms:modified>
</cp:coreProperties>
</file>